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15803D"/>
                </a:solidFill>
              </a:defRPr>
            </a:pPr>
            <a:r>
              <a:t>AgriBid: TechSprint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 Details:</a:t>
            </a:r>
          </a:p>
          <a:p>
            <a:r>
              <a:t>a. Team Name: AgriBid</a:t>
            </a:r>
          </a:p>
          <a:p>
            <a:r>
              <a:t>b. Team Leader Name: [Enter Name]</a:t>
            </a:r>
          </a:p>
          <a:p>
            <a:r>
              <a:t>c. Problem Statement: Open Innovation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5803D"/>
                </a:solidFill>
              </a:defRPr>
            </a:pPr>
            <a:r>
              <a:t>Brief about your solution and problem statement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Problem: Farmers face a 30-40% profit loss due to non-transparent pricing and middlemen intermediaries in the agricultural supply chain.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Solution: AgriBid is a direct decentralized marketplace that enables competitive bidding between retailers and farmers.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Impact: Eliminates middlemen, ensures real-time price discovery, and provides AI-driven market intelligence to maximize farmer income.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5803D"/>
                </a:solidFill>
              </a:defRPr>
            </a:pPr>
            <a:r>
              <a:t>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a. How different is it? Unlike static e-commerce, we offer real-time Mandi-synced AI predictions and a voice-assisted interface for non-digital natives.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b. How will it solve the problem? By creating a direct, transparent bidding war for crops, farmers get the true market value while retailers get fresher produce at lower overheads.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5803D"/>
                </a:solidFill>
              </a:defRPr>
            </a:pPr>
            <a:r>
              <a:t>List of features offered by 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AI Market Intelligence Hub (Price Predictions)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Multi-lingual Voice Assistance (Hindi/Kannada)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Dynamic Bidding (Mini &amp; Bulk Bidding Cycles)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Performance Dashboard (Sales &amp; Bidding Analytics)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Secure Digital Wallet for instant settlements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5803D"/>
                </a:solidFill>
              </a:defRPr>
            </a:pPr>
            <a:r>
              <a:t>Google Technologies used in 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Gemini 3 Flash: Core AI for processing Mandi data and generating actionable insights.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Google Cloud Platform: Hosting the marketplace infrastructure for scale and security.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Google Text-to-Speech: Powering our accessibility layer for farmer-friendly interaction.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Firebase: Used for real-time notifications and bidding updates.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5803D"/>
                </a:solidFill>
              </a:defRPr>
            </a:pPr>
            <a:r>
              <a:t>Process flow diagram or Use-case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1. Farmer Registration &amp; Verification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2. Crop Listing with Quantity/Base Price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3. AI Engine provides Price Suggestions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4. Retailers browse and place Competitive Bids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5. Bid Completion &amp; Automated Payment via Wallet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6. Direct Fulfillment/Delivery orchestration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5803D"/>
                </a:solidFill>
              </a:defRPr>
            </a:pPr>
            <a:r>
              <a:t>Wireframes/Mock diagrams of the proposed solution (optional)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Landing Page: Clean, high-contrast UI for outdoor usage visibility.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Bidding Panel: Real-time countdown timers and bid increment controls.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Market Hub: Interactive Recharts showing price volatility and AI forecasts.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5803D"/>
                </a:solidFill>
              </a:defRPr>
            </a:pPr>
            <a:r>
              <a:t>Architecture diagram of the 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Frontend: Next.js (React 19) + Lucide Icons + Tailwind Styling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Backend: Next.js API Routes (Node.js) + Prisma ORM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Database: PostgreSQL (Neon / GCP Cloud SQL)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Inference: Google Vertex AI / Gemini 3 Flash API Integration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5803D"/>
                </a:solidFill>
              </a:defRPr>
            </a:pPr>
            <a:r>
              <a:t>Snapshots of the MVP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[Feature 1]: Live AI Market Insights Page with Predicted Prices.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[Feature 2]: Farmer Dashboard showing active bids in Kannada/Hindi.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[Feature 3]: Retailer Marketplace with verified crop listings.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[Feature 4]: Secure Wallet transaction history screen.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5803D"/>
                </a:solidFill>
              </a:defRPr>
            </a:pPr>
            <a:r>
              <a:t>Additional Details/Future Development (if any)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Logistics Integration: Smart routing for farm-to-retailer transportation.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Computer Vision: Using Gemini 3 Flash for quality grading via crop photos.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Financial Inclusion: Micro-credit facilities based on bidding history.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5803D"/>
                </a:solidFill>
              </a:defRPr>
            </a:pPr>
            <a:r>
              <a:t>Provide links to your: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1. GitHub Public Repository: [Insert Link]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2. Demo Video Link (3 Minutes): [Insert Link]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3. MVP Link: [Insert Link]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